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2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1F772-5032-C7E2-BDE1-83FA19B97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7DBF83-2ED8-A266-EEAA-2B9B32C4C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812179-4026-CC3E-EA7A-EDBEE64C0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EBAE-89F1-4F73-B416-2FADD8B3919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E23845-9F72-30CB-79B1-0E44B8981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057581-3C13-E3A4-4DC5-0D4E98EB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B8C1-D454-4B7B-9C7F-33C2772FB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11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36680-5F29-8412-4124-9A6B9F11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6676F8-9EFC-B7D1-EB9F-E7EB889E2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3E000F-0737-A6E7-63F2-68E9BCA2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EBAE-89F1-4F73-B416-2FADD8B3919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708BC8-4A6E-D513-939B-20F1FD88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0858DC-64BD-8B09-7CCE-0EA4D719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B8C1-D454-4B7B-9C7F-33C2772FB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280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97AAA-7899-EC18-F2AA-D040C93C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2C464C-3C15-3D01-E090-699E34C05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F6CC01-3A71-45AE-B921-157BE00D7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EBAE-89F1-4F73-B416-2FADD8B3919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E6690E-DB48-6781-3F49-FC18E777D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7827CD-A602-D9FE-9252-C938B3B6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B8C1-D454-4B7B-9C7F-33C2772FB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87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D144D9-3216-1930-E902-757CEE01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975A95-274A-B9E1-CDB3-FDDA1EABC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9C8C70-D815-496F-952D-5E6250A54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79F8E6-7FBF-1CCA-94E7-45D0698BA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EBAE-89F1-4F73-B416-2FADD8B3919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03FC93-A884-08AA-3843-2E3786D8B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687AFE-8A15-E318-2E2A-E7C8C9BF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B8C1-D454-4B7B-9C7F-33C2772FB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16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87DBB-E158-0FE2-6514-EB37B7E3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1A8F73-9F50-C62E-39C3-7C32A824F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D95B90-F4C3-A0F6-F057-6ACA3D1AE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A84038-FCDA-5BD7-3EC2-5EA39906C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1EEFBD-2249-CC3B-0E14-1E9E05193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05A968-6CCE-0B71-47F6-0FE72A407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EBAE-89F1-4F73-B416-2FADD8B3919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B98185-3A0B-9494-6FBB-29D06F0E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F05CB2-5F3C-BD21-DEF7-D48A8294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B8C1-D454-4B7B-9C7F-33C2772FB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641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61CB26-F53A-A249-42F4-07332EEC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ECC40B-53E2-370C-2A72-E1A9C1265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EBAE-89F1-4F73-B416-2FADD8B3919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F2E865-D321-BE90-8868-D057F3C5E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8E6E5C-5A59-7AD9-5F0D-0E668726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B8C1-D454-4B7B-9C7F-33C2772FB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11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C06387-E0F7-8F1B-1E3F-FCC6441BC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EBAE-89F1-4F73-B416-2FADD8B3919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E3374B-E019-436B-FFBD-39D4ADB17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D5EA79-24CD-5290-885B-E8A12196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B8C1-D454-4B7B-9C7F-33C2772FB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60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3BBCD-C917-5C66-379A-F4DACA18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30EA9F-78AB-6DC6-F01B-65596B330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DA7BCC-2137-3114-C426-D30883DA2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2360A8-9878-9B5C-B6D0-B964E054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EBAE-89F1-4F73-B416-2FADD8B3919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874440-89DB-0849-7624-E5DADA91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1749C2-68DE-9BC0-BD73-5FC508FC7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B8C1-D454-4B7B-9C7F-33C2772FB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4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A15A7-CC91-6C63-9255-39B06E10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24015C-4664-52DA-D332-074BE132B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6ED562-263A-037C-D52F-03DAD0863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364FB-48D1-4952-85D4-5F4D04866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EBAE-89F1-4F73-B416-2FADD8B3919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C2BD67-D304-C92E-6724-367AD437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28B534-6DA8-09F1-7F1C-2332E4023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B8C1-D454-4B7B-9C7F-33C2772FB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18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EB1FA-FA13-C4C2-015D-AFE2C7A1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E87F90-7C83-72DD-5BAC-E0C25E53C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2DDC11-35E0-9C0D-CAAD-23DDFBEA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EBAE-89F1-4F73-B416-2FADD8B3919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1DD6F0-F235-1186-EB2C-4A17284BA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F3314F-36DA-D151-4C84-6105C56B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B8C1-D454-4B7B-9C7F-33C2772FB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2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1F22AD-69EE-D9AC-1B14-A1DEC4A9F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9DDCDD-ACA1-D6B7-5F25-88C17F207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996628-A52D-1B9B-50B2-7A2473998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EBAE-89F1-4F73-B416-2FADD8B3919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16863-D3E8-A41E-6F9B-B014C27D1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643F92-DAA4-24A0-ACEB-34B0E0AD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B8C1-D454-4B7B-9C7F-33C2772FB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641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D85B5CE-B0BA-6E6D-BE7A-587A32025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6E0509-0782-42DD-FBD1-EA70315E5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017066-AE79-25F4-5313-EE18FFD3B4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3EBAE-89F1-4F73-B416-2FADD8B3919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1C2B1F-934D-F3C5-C159-3EC4FDED4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47F9C-E5B9-0FBA-9AF7-7E67A724E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ACB8C1-D454-4B7B-9C7F-33C2772FB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46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A8417B-1075-A3F7-C108-B185A5649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测试使用</a:t>
            </a:r>
            <a:r>
              <a:rPr lang="en-US" altLang="zh-CN"/>
              <a:t>PPT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B53AFF-A394-40EB-C6A3-994597F4A1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DemoDemo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938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测试使用PPT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yin xun</dc:creator>
  <cp:lastModifiedBy>yin xun</cp:lastModifiedBy>
  <cp:revision>1</cp:revision>
  <dcterms:created xsi:type="dcterms:W3CDTF">2026-04-24T02:02:18Z</dcterms:created>
  <dcterms:modified xsi:type="dcterms:W3CDTF">2026-04-24T02:02:24Z</dcterms:modified>
</cp:coreProperties>
</file>